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A3590"/>
          </a:solidFill>
          <a:ln/>
        </p:spPr>
      </p:sp>
      <p:pic>
        <p:nvPicPr>
          <p:cNvPr id="4" name="Image 0" descr="icons_out/FaPlug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66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</a:rPr>
              <a:t>AGENTIC MANDI TESTERS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Powered API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and Testing Portal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58368" y="4114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Turning raw API definitions into documentation, sample requests, test cases, and actionable error guidance.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151C4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9970"/>
                </a:solidFill>
              </a:rPr>
              <a:t>TEAM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44068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Raghav Satija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  (Roll No. 311)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Jnanesha V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  (Roll No. 383)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Thanush M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</a:rPr>
              <a:t>  (Roll No. 315)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Real-World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7276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33394A"/>
                </a:solidFill>
              </a:rPr>
              <a:t>Build a working solution for an AI-Powered API Documentation and Testing Portal that takes relevant input data, processes it through a clear workflow, and produces an actionable output for real users or decision-makers. The solution should not stop at code execution — it should help a user understand what action to take next.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s_out/FaFile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3924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Docs go stale or never get written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</a:rPr>
              <a:t>Teams skip writing developer docs under deadline pressure, leaving new endpoints undocumented.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3063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_out/Fa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33924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Edge-case tests are repetitive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</a:rPr>
              <a:t>Manually enumerating auth/validation/not-found cases for every route is tedious and error-prone.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3063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_out/FaExclamationTriang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3924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931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Raw errors don't say what to fix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66760" y="4389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</a:rPr>
              <a:t>A bare '422 Unprocessable Entity' tells a developer nothing actionable about the next step.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D9970"/>
                </a:solidFill>
              </a:rPr>
              <a:t>Real-world impact: faster onboarding for new developers, fewer support tickets caused by unclear errors, and a CI-ready test suite generated in minutes instead of days.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STARTER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Reference Material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data/endpoints.json — 100 realistic endpoint records across 20 resources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126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method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HTTP verb: GET, POST, PUT, DELETE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Route, incl. path params e.g. /orders/{order_id}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description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Short summary of intent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request_body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Expected input fields &amp; types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response_body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Returned fields &amp; types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auth_required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Boolean — needs Authorization header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error_codes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List of possible HTTP error statuses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141732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78040" y="1554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20 RESOURCES COVERED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78040" y="1874520"/>
            <a:ext cx="4206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users · products · orders · payments · invoices · categories · reviews · carts · addresses · notifications · auth · wishlists · coupons · shipments · suppliers · warehouses · tickets · messages · subscriptions · reports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49440" y="3749040"/>
            <a:ext cx="1463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0" y="3822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49440" y="4279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Endpoint records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549640" y="3749040"/>
            <a:ext cx="1463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549640" y="3822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549640" y="4279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Resources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149840" y="3749040"/>
            <a:ext cx="146304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149840" y="38221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0149840" y="4279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CRUD ops / resource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2"/>
                </a:solidFill>
              </a:rPr>
              <a:t>Plus an error_code_reference table (400–500) shared across all endpoints, and support for uploading real OpenAPI/Swagger specs or FastAPI/Flask source files instead of the starter set.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1852" y="2029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_out/Fa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1488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uploads / pastes routes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240280" y="2514600"/>
            <a:ext cx="182880" cy="182880"/>
          </a:xfrm>
          <a:prstGeom prst="ellipse">
            <a:avLst/>
          </a:prstGeom>
          <a:solidFill>
            <a:srgbClr val="B9C2DB"/>
          </a:solidFill>
          <a:ln/>
        </p:spPr>
      </p:sp>
      <p:sp>
        <p:nvSpPr>
          <p:cNvPr id="10" name="Shape 7"/>
          <p:cNvSpPr/>
          <p:nvPr/>
        </p:nvSpPr>
        <p:spPr>
          <a:xfrm>
            <a:off x="242316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76372" y="2029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_out/Fa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214884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Streamlit UI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6888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input + results display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114800" y="2514600"/>
            <a:ext cx="182880" cy="182880"/>
          </a:xfrm>
          <a:prstGeom prst="ellipse">
            <a:avLst/>
          </a:prstGeom>
          <a:solidFill>
            <a:srgbClr val="B9C2DB"/>
          </a:solidFill>
          <a:ln/>
        </p:spPr>
      </p:sp>
      <p:sp>
        <p:nvSpPr>
          <p:cNvPr id="16" name="Shape 12"/>
          <p:cNvSpPr/>
          <p:nvPr/>
        </p:nvSpPr>
        <p:spPr>
          <a:xfrm>
            <a:off x="429768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50892" y="2029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_out/Fa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21488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FastAPI Backend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34340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session + routing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989320" y="2514600"/>
            <a:ext cx="182880" cy="182880"/>
          </a:xfrm>
          <a:prstGeom prst="ellipse">
            <a:avLst/>
          </a:prstGeom>
          <a:solidFill>
            <a:srgbClr val="B9C2DB"/>
          </a:solidFill>
          <a:ln/>
        </p:spPr>
      </p:sp>
      <p:sp>
        <p:nvSpPr>
          <p:cNvPr id="22" name="Shape 17"/>
          <p:cNvSpPr/>
          <p:nvPr/>
        </p:nvSpPr>
        <p:spPr>
          <a:xfrm>
            <a:off x="617220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25412" y="2029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icons_out/Fa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4" y="214884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Parser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21792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OpenAPI / .py / text → schema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863840" y="2514600"/>
            <a:ext cx="182880" cy="182880"/>
          </a:xfrm>
          <a:prstGeom prst="ellipse">
            <a:avLst/>
          </a:prstGeom>
          <a:solidFill>
            <a:srgbClr val="B9C2DB"/>
          </a:solidFill>
          <a:ln/>
        </p:spPr>
      </p:sp>
      <p:sp>
        <p:nvSpPr>
          <p:cNvPr id="28" name="Shape 22"/>
          <p:cNvSpPr/>
          <p:nvPr/>
        </p:nvSpPr>
        <p:spPr>
          <a:xfrm>
            <a:off x="804672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599932" y="2029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icons_out/Fa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804" y="2148840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09244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AI Engine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09244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docs · tests · error explain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9738360" y="2514600"/>
            <a:ext cx="182880" cy="182880"/>
          </a:xfrm>
          <a:prstGeom prst="ellipse">
            <a:avLst/>
          </a:prstGeom>
          <a:solidFill>
            <a:srgbClr val="B9C2DB"/>
          </a:solidFill>
          <a:ln/>
        </p:spPr>
      </p:sp>
      <p:sp>
        <p:nvSpPr>
          <p:cNvPr id="34" name="Shape 27"/>
          <p:cNvSpPr/>
          <p:nvPr/>
        </p:nvSpPr>
        <p:spPr>
          <a:xfrm>
            <a:off x="9921240" y="182880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3D9970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474452" y="20299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icons_out/Fa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3324" y="2148840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66960" y="2743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Actionable Output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966960" y="30358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docs, tests, fixes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77240" y="3950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PROCESSING PATH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777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Upload OpenAPI / .py / paste text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Parser normalizes to a common schema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AI Engine generates docs + tests per endpoint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Results rendered in Streamlit, ready to copy into code/CI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400800" y="3950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LIVE TESTING PATH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40080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User enters a real base URL + headers/body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Backend calls the live API via httpx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On failure, AI explains cause + fix in plain English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94A"/>
                </a:solidFill>
              </a:rPr>
              <a:t>User knows exactly what to change next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THE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Agent Innovation — Where &amp;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63180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3D9970"/>
          </a:solidFill>
          <a:ln/>
        </p:spPr>
      </p:sp>
      <p:pic>
        <p:nvPicPr>
          <p:cNvPr id="6" name="Image 0" descr="icons_out/FaFile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836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1. Documentation Generator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Reads the sparse schema (method, path, body) and writes human prose: purpose, plain-English field explanations, sample request/response, usage notes &amp; gotchas.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5087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63180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3D9970"/>
          </a:solidFill>
          <a:ln/>
        </p:spPr>
      </p:sp>
      <p:pic>
        <p:nvPicPr>
          <p:cNvPr id="11" name="Image 1" descr="icons_out/FaFlas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8836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2. Test-Case Generator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Infers which edge cases a schema implies — missing auth, invalid payload, not-found id — and emits runnable pytest snippets, not just descriptions.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5087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263180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3D9970"/>
          </a:solidFill>
          <a:ln/>
        </p:spPr>
      </p:sp>
      <p:pic>
        <p:nvPicPr>
          <p:cNvPr id="16" name="Image 2" descr="icons_out/FaExclamationTriang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836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423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3. Error Explainer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Given a real failed response (status + body), explains the likely cause, plain-English meaning, and a concrete suggested fix — the actionable output.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151C4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20" name="Image 3" descr="icons_out/Fa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663440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Why this matters: any OpenAI-compatible LLM endpoint (OpenAI or NVIDIA NIM) plugs in unchanged. Every AI feature also has a deterministic template fallback, so the portal runs end-to-end with zero API key — reliable for demos with no internet, and a clear illustration that the AI adds reasoning on top of a working system, not a dependency it can't function without.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Screenshots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517904"/>
            <a:ext cx="3685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5" name="Image 0" descr="mockups/screen1_do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3611880" cy="2258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227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AI-generated documentation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6824" y="1517904"/>
            <a:ext cx="3685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8" name="Image 1" descr="mockups/screen2_tes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554480"/>
            <a:ext cx="3611880" cy="2258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39227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AI-generated test cases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01584" y="1517904"/>
            <a:ext cx="36850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11" name="Image 2" descr="mockups/screen3_tryi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554480"/>
            <a:ext cx="3611880" cy="22585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39227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Live call + AI error explanation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All three screens share one Streamlit session: load endpoints once, then switch tabs per endpoint to generate docs, tests, run a live call, or decode any error.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5" name="Text 10"/>
          <p:cNvSpPr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4A"/>
                </a:solidFill>
              </a:rPr>
              <a:t>Load endpoints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91840" y="5074920"/>
            <a:ext cx="365760" cy="36576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8" name="Text 13"/>
          <p:cNvSpPr/>
          <p:nvPr/>
        </p:nvSpPr>
        <p:spPr>
          <a:xfrm>
            <a:off x="32918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4A"/>
                </a:solidFill>
              </a:rPr>
              <a:t>Pick one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35040" y="5074920"/>
            <a:ext cx="365760" cy="36576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1" name="Text 16"/>
          <p:cNvSpPr/>
          <p:nvPr/>
        </p:nvSpPr>
        <p:spPr>
          <a:xfrm>
            <a:off x="60350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4A"/>
                </a:solidFill>
              </a:rPr>
              <a:t>Generate / Test / Try it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778240" y="5074920"/>
            <a:ext cx="365760" cy="36576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4" name="Text 19"/>
          <p:cNvSpPr/>
          <p:nvPr/>
        </p:nvSpPr>
        <p:spPr>
          <a:xfrm>
            <a:off x="87782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23544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94A"/>
                </a:solidFill>
              </a:rPr>
              <a:t>Act on the result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SAMPLE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From One Endpoint Definition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/api/v1/payments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484632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240280"/>
            <a:ext cx="4617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"method": "POST",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"/api/v1/payments",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"request_body": {"amount": "number", "currency_code": "string"},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"auth_required": true,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"error_codes": [400,401,403,409,422,500]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OUTPUT (AI-GENERATED)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224528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Plain-English doc: “Creates a payment for the supplied amount and currency.”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5 test cases: happy path, missing auth, invalid payload, not-found, duplicate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Runnable pytest snippet per test case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Error fix: “rename 'currency' to 'currency_code'” on a live 422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600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PORTAL-WIDE RESULTS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205740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endpoints documented from the starter dataset in one batch-ready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731520" cy="73152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~5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306324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test cases generated per endpoint, covering auth, validation &amp; not-found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023360"/>
            <a:ext cx="731520" cy="73152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40690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input formats supported: OpenAPI/Swagger, FastAPI/Flask source, freeform 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5029200"/>
            <a:ext cx="731520" cy="731520"/>
          </a:xfrm>
          <a:prstGeom prst="ellipse">
            <a:avLst/>
          </a:prstGeom>
          <a:solidFill>
            <a:srgbClr val="3D997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5029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507492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API keys required to run the full demo — template fallback covers every feature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HONEST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Responsible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EEEE"/>
          </a:solidFill>
          <a:ln/>
        </p:spPr>
      </p:sp>
      <p:pic>
        <p:nvPicPr>
          <p:cNvPr id="5" name="Image 0" descr="icons_out/FaExclamationTriang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Known Limitations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In-memory session storage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63347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Loaded endpoints reset when the backend restarts — fine for a demo, not for production multi-user use.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Heuristic Python parser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9593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Regex-based FastAPI/Flask route extraction won't catch every code style or dynamic route registration.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937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AI can be wrong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528523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Generated docs, tests and fixes are a strong starting draft, not a substitute for human review before shipping.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EAF6EF"/>
          </a:solidFill>
          <a:ln/>
        </p:spPr>
      </p:sp>
      <p:pic>
        <p:nvPicPr>
          <p:cNvPr id="14" name="Image 1" descr="icons_out/FaShield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916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9970"/>
                </a:solidFill>
              </a:rPr>
              <a:t>Responsible Use Practices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46520" y="22860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No secrets are stored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46520" y="263347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Auth tokens entered in 'Try it live' are used only for that single request, never persisted.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46520" y="3611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Live calls are user-initiated only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46520" y="39593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The portal never calls a real API unless the user explicitly enters a base URL and clicks send.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46520" y="4937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Always review before production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46520" y="528523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94A"/>
                </a:solidFill>
              </a:rPr>
              <a:t>Generated test cases and docs should be reviewed by a developer before merging into CI or shipping to users.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8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_out/Fa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40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Persistent storage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Move from in-memory sessions to a real database so teams can share and revisit projects.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_out/Fa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556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240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Auto-run generated tests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651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Execute the generated pytest suite directly against a staging API and show pass/fail inline.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_out/Fa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7556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240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Multi-user collaboration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651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Accounts, shared workspaces, and comment threads on individual endpoints.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_out/Fa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416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526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CI/CD integration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937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Export generated tests straight into a GitHub Actions workflow on every PR.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_out/Fa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0416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526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Agentic regression watch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937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An agent that periodically re-tests live endpoints and flags breaking changes automatically.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2F4FA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950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_out/Fa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04164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52628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Versioned doc history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93776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72"/>
                </a:solidFill>
              </a:rPr>
              <a:t>Track how an endpoint's docs/behavior changed release over release.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997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Endpoints to Action — In One Portal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The portal takes whatever API definition a developer already has — OpenAPI, source code, or a quick paste — and turns it into documentation, runnable tests, and concrete error fixes. The AI layer doesn't just generate text; it closes the loop by telling the user exactly what to do next, which is what makes the output actionable rather than just generated.</a:t>
            </a:r>
            <a:endParaRPr lang="en-US" sz="1400" dirty="0"/>
          </a:p>
        </p:txBody>
      </p:sp>
      <p:pic>
        <p:nvPicPr>
          <p:cNvPr id="6" name="Image 0" descr="icons_out/FaCheckCircle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023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9593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Working end-to-end prototype</a:t>
            </a:r>
            <a:endParaRPr lang="en-US" sz="1300" dirty="0"/>
          </a:p>
        </p:txBody>
      </p:sp>
      <p:pic>
        <p:nvPicPr>
          <p:cNvPr id="8" name="Image 1" descr="icons_out/FaCheckCircle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80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4165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Clear AI/agent justification</a:t>
            </a:r>
            <a:endParaRPr lang="en-US" sz="1300" dirty="0"/>
          </a:p>
        </p:txBody>
      </p:sp>
      <p:pic>
        <p:nvPicPr>
          <p:cNvPr id="10" name="Image 2" descr="icons_out/FaCheckCircle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377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48737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Runs with or without an API key</a:t>
            </a:r>
            <a:endParaRPr lang="en-US" sz="1300" dirty="0"/>
          </a:p>
        </p:txBody>
      </p:sp>
      <p:pic>
        <p:nvPicPr>
          <p:cNvPr id="12" name="Image 3" descr="icons_out/FaCheckCircle_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949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533095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Real, testable starter dataset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955280" y="201168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151C4D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82296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9970"/>
                </a:solidFill>
              </a:rPr>
              <a:t>AGENTIC MANDI TESTERS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229600" y="27432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Raghav Satija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Roll No. 311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Jnanesha V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Roll No. 383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Thanush 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Roll No. 315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9970"/>
                </a:solidFill>
              </a:rPr>
              <a:t>Thank you.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</a:rPr>
              <a:t>10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FD2"/>
                </a:solidFill>
              </a:rPr>
              <a:t>AI Powered API Documentation and Testing Portal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API Documentation and Testing Portal</dc:title>
  <dc:subject>PptxGenJS Presentation</dc:subject>
  <dc:creator>Agentic Mandi Testers</dc:creator>
  <cp:lastModifiedBy>Agentic Mandi Testers</cp:lastModifiedBy>
  <cp:revision>1</cp:revision>
  <dcterms:created xsi:type="dcterms:W3CDTF">2026-06-30T09:08:30Z</dcterms:created>
  <dcterms:modified xsi:type="dcterms:W3CDTF">2026-06-30T09:08:30Z</dcterms:modified>
</cp:coreProperties>
</file>